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7"/>
    <p:restoredTop sz="93066"/>
  </p:normalViewPr>
  <p:slideViewPr>
    <p:cSldViewPr snapToGrid="0">
      <p:cViewPr varScale="1">
        <p:scale>
          <a:sx n="87" d="100"/>
          <a:sy n="8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F52600-6914-8F8B-CE5D-881F8652F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A9459A-AE38-5CD4-A62E-CAD4AA262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2D5972-D386-4A3E-7C56-B9FDB813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BE72DF-3CDF-DEE0-A238-2AFD1FE6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F264FA-BF09-AFAF-CF1D-F71D9B37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411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BEEE6E-D780-FE0B-70FD-6F12CE7A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4E762-E706-25A1-A3BB-341A849B3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94E551-B030-63AE-E61A-218E9FBD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21906C-9709-4A49-A3A3-EA9E3C03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538B44-C066-4CFE-839E-F7BFFB8F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372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263735-F3D4-AED3-997E-6DF582C7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532569-DF01-F4AA-353D-5FE30F8CF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4023F6-2BD3-43C2-90D5-65C52EDF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F8DCE3-CDA6-B7DE-BA54-20756D01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3E371F-009E-8E9C-46CC-4B0BE58A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338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8F6DD-D0AF-31A3-ED5F-E3671637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2CD243-EBB7-CE67-E125-03F9782DA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D2C15-4C1A-811B-77BF-F51B90B0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2BE8CC-3129-D910-0C5F-41E1B508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636380-D7A8-64E2-A013-CCE7E5F7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F59361-3F5C-212E-4598-DCB2FD74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144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32155-1D23-27FF-D7AE-F33135C6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BF5C1C-21DD-A31F-E5E1-1196A549A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751C23-2E56-4192-0B2A-3FF04B794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EEA9043-84EF-6B01-0A3D-22CFB9674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AFFC15C-1C78-C12B-C4A6-711A20D74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EC523C-DEE1-99A6-B907-4F4626800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026A4FC-B737-F4BE-4123-DFEC4362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2ADCB04-2EA8-2B6B-65E0-9898DED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1875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D447DC-F7FF-0770-3F46-FFF938C0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F9EEB8F-D005-9ACD-5CE4-5BE531EE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B9F9DE4-A1B8-260D-C1BD-33AAC7E0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B23A8-4632-A4AC-E278-7C470A37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429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969A971-015F-D0B1-C599-00B93069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782BDAE-86A7-A73D-A479-AA3FB536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95830-43E4-7A20-4848-6B8E3A93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528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53959-3800-592A-A13F-F9981B7E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501F3C-E64D-164C-0AA5-447BD664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30739D-22F9-DDF8-613F-85937A015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7CAF12-1686-677F-2DD7-1D2CA646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DD23A5-53E1-F758-A557-0BBC312F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BA1AD3-4A48-3650-F60F-90DFD9B2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17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50BE4-2D2A-7C50-F1D7-1521F2A24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F65036C-C9C4-388D-42A8-8DCDAA388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95E411-3833-9EDD-9725-16142AAD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40B46C-70C3-9913-2436-939B2A33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0C20B6-00C3-DA36-B0A8-42518406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13E191-9777-42F7-883E-7400440E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511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9D8B8-1CC9-B39D-FD87-BD119C9F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72663D-FADD-E9A4-5A6D-8484EBE29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615035-C357-36B4-D432-AEEE2903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5FD7F3-2210-E6C6-31FA-517E74F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626AD4-8B99-7CF9-1EA4-CBBD2C67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8963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FD2E8B-B592-4F97-4113-20263F6CE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4CA8D5-5C62-C9F3-BBEE-4889FAEBA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455A27-D294-C349-4E34-FC9CA877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8A2586-DFC4-9C81-66D6-B9A2E51F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0C232E-05A3-40AF-6DA6-DE58FA6B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94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63C0CD1-4D53-C02A-66E4-F34AFBAA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1B9EED-ABD9-58EA-846F-F25451894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13183F-9737-2E17-E79D-5AB623401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C89F8-A85C-6F40-B286-0AD68FD6F5C9}" type="datetimeFigureOut">
              <a:rPr kumimoji="1" lang="zh-TW" altLang="en-US" smtClean="0"/>
              <a:t>2025/12/4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35D612-4E3B-3813-455E-9D0422863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FE3D4D-BF5C-1C4E-A7F9-D3795A903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F96DD-154E-BF41-8DAD-F582D778DE3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388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A4CC47E-A993-E048-BE0B-D691BD74EE93}"/>
              </a:ext>
            </a:extLst>
          </p:cNvPr>
          <p:cNvSpPr/>
          <p:nvPr/>
        </p:nvSpPr>
        <p:spPr>
          <a:xfrm>
            <a:off x="725355" y="1091638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7A7ACCC-4711-78A4-0EB2-9AAB8BAAEC4B}"/>
              </a:ext>
            </a:extLst>
          </p:cNvPr>
          <p:cNvSpPr txBox="1"/>
          <p:nvPr/>
        </p:nvSpPr>
        <p:spPr>
          <a:xfrm>
            <a:off x="349729" y="722306"/>
            <a:ext cx="1000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root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D12B350-0581-CC7D-90EF-C907B61C7B77}"/>
              </a:ext>
            </a:extLst>
          </p:cNvPr>
          <p:cNvSpPr txBox="1"/>
          <p:nvPr/>
        </p:nvSpPr>
        <p:spPr>
          <a:xfrm>
            <a:off x="725355" y="13712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1</a:t>
            </a:r>
            <a:endParaRPr kumimoji="1" lang="zh-TW" altLang="en-US" u="sng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EDAD0CC-FB9C-1487-493B-CEDC6CD695F8}"/>
              </a:ext>
            </a:extLst>
          </p:cNvPr>
          <p:cNvSpPr txBox="1"/>
          <p:nvPr/>
        </p:nvSpPr>
        <p:spPr>
          <a:xfrm>
            <a:off x="530045" y="2634059"/>
            <a:ext cx="956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leaf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A80B606-2001-A3A8-8218-9006DB45A9E8}"/>
              </a:ext>
            </a:extLst>
          </p:cNvPr>
          <p:cNvSpPr txBox="1"/>
          <p:nvPr/>
        </p:nvSpPr>
        <p:spPr>
          <a:xfrm>
            <a:off x="8767893" y="15816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Case 2</a:t>
            </a:r>
            <a:endParaRPr kumimoji="1" lang="zh-TW" altLang="en-US" u="sng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95D182A1-398C-8247-9621-A33ADB35A45D}"/>
              </a:ext>
            </a:extLst>
          </p:cNvPr>
          <p:cNvSpPr txBox="1"/>
          <p:nvPr/>
        </p:nvSpPr>
        <p:spPr>
          <a:xfrm>
            <a:off x="371633" y="1665920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maybe = None</a:t>
            </a:r>
          </a:p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parent = None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D7C92987-CE66-BEF4-07FD-42134778208D}"/>
              </a:ext>
            </a:extLst>
          </p:cNvPr>
          <p:cNvGrpSpPr/>
          <p:nvPr/>
        </p:nvGrpSpPr>
        <p:grpSpPr>
          <a:xfrm>
            <a:off x="405284" y="3277428"/>
            <a:ext cx="1613428" cy="2432071"/>
            <a:chOff x="309320" y="3566607"/>
            <a:chExt cx="1613428" cy="2432071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06ECDEBE-1418-B054-C208-20D0613F6AD6}"/>
                </a:ext>
              </a:extLst>
            </p:cNvPr>
            <p:cNvGrpSpPr/>
            <p:nvPr/>
          </p:nvGrpSpPr>
          <p:grpSpPr>
            <a:xfrm>
              <a:off x="309320" y="3566607"/>
              <a:ext cx="1613428" cy="2064001"/>
              <a:chOff x="2551040" y="1245705"/>
              <a:chExt cx="1613428" cy="2064001"/>
            </a:xfrm>
          </p:grpSpPr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4D9881AA-CBB5-9159-D475-C2715CE41F07}"/>
                  </a:ext>
                </a:extLst>
              </p:cNvPr>
              <p:cNvSpPr/>
              <p:nvPr/>
            </p:nvSpPr>
            <p:spPr>
              <a:xfrm>
                <a:off x="2922103" y="2007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8D7E73FA-4E9A-BB28-DDE3-DD804F8BF57D}"/>
                  </a:ext>
                </a:extLst>
              </p:cNvPr>
              <p:cNvSpPr/>
              <p:nvPr/>
            </p:nvSpPr>
            <p:spPr>
              <a:xfrm>
                <a:off x="3207027" y="1245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071D5AB4-BBB0-8747-8D9B-76B10976157A}"/>
                  </a:ext>
                </a:extLst>
              </p:cNvPr>
              <p:cNvSpPr/>
              <p:nvPr/>
            </p:nvSpPr>
            <p:spPr>
              <a:xfrm>
                <a:off x="3624468" y="194144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5E0D6685-233D-ACC4-50AB-67BB002F8057}"/>
                  </a:ext>
                </a:extLst>
              </p:cNvPr>
              <p:cNvSpPr/>
              <p:nvPr/>
            </p:nvSpPr>
            <p:spPr>
              <a:xfrm>
                <a:off x="2551040" y="2769706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B03FA282-FE19-170F-FCD2-1459D16099E6}"/>
                  </a:ext>
                </a:extLst>
              </p:cNvPr>
              <p:cNvCxnSpPr>
                <a:cxnSpLocks/>
                <a:stCxn id="25" idx="4"/>
                <a:endCxn id="24" idx="0"/>
              </p:cNvCxnSpPr>
              <p:nvPr/>
            </p:nvCxnSpPr>
            <p:spPr>
              <a:xfrm flipH="1">
                <a:off x="3192103" y="1785705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9B4BE3F8-F884-E0E9-B033-A9DAAB58827C}"/>
                  </a:ext>
                </a:extLst>
              </p:cNvPr>
              <p:cNvCxnSpPr>
                <a:cxnSpLocks/>
                <a:stCxn id="25" idx="4"/>
                <a:endCxn id="26" idx="0"/>
              </p:cNvCxnSpPr>
              <p:nvPr/>
            </p:nvCxnSpPr>
            <p:spPr>
              <a:xfrm>
                <a:off x="3477027" y="1785705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2EF264E6-0224-0A9E-0640-6B24FE65F9F2}"/>
                  </a:ext>
                </a:extLst>
              </p:cNvPr>
              <p:cNvCxnSpPr>
                <a:cxnSpLocks/>
                <a:stCxn id="24" idx="4"/>
                <a:endCxn id="27" idx="0"/>
              </p:cNvCxnSpPr>
              <p:nvPr/>
            </p:nvCxnSpPr>
            <p:spPr>
              <a:xfrm flipH="1">
                <a:off x="2821040" y="2547705"/>
                <a:ext cx="371063" cy="22200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D9D2BC3A-5EEB-9D46-CA9C-03C59E65EB8E}"/>
                </a:ext>
              </a:extLst>
            </p:cNvPr>
            <p:cNvSpPr txBox="1"/>
            <p:nvPr/>
          </p:nvSpPr>
          <p:spPr>
            <a:xfrm>
              <a:off x="309553" y="5721679"/>
              <a:ext cx="12682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8B9126C2-DDE2-5A3C-2158-A6C0255854A3}"/>
              </a:ext>
            </a:extLst>
          </p:cNvPr>
          <p:cNvGrpSpPr/>
          <p:nvPr/>
        </p:nvGrpSpPr>
        <p:grpSpPr>
          <a:xfrm>
            <a:off x="2186796" y="3257911"/>
            <a:ext cx="1613195" cy="2432071"/>
            <a:chOff x="309553" y="3566607"/>
            <a:chExt cx="1613195" cy="2432071"/>
          </a:xfrm>
        </p:grpSpPr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2D30DE70-949A-FE1F-D5E8-665AE7505405}"/>
                </a:ext>
              </a:extLst>
            </p:cNvPr>
            <p:cNvGrpSpPr/>
            <p:nvPr/>
          </p:nvGrpSpPr>
          <p:grpSpPr>
            <a:xfrm>
              <a:off x="680383" y="3566607"/>
              <a:ext cx="1242365" cy="2059686"/>
              <a:chOff x="2922103" y="1245705"/>
              <a:chExt cx="1242365" cy="2059686"/>
            </a:xfrm>
          </p:grpSpPr>
          <p:sp>
            <p:nvSpPr>
              <p:cNvPr id="76" name="橢圓 75">
                <a:extLst>
                  <a:ext uri="{FF2B5EF4-FFF2-40B4-BE49-F238E27FC236}">
                    <a16:creationId xmlns:a16="http://schemas.microsoft.com/office/drawing/2014/main" id="{DE2BF85C-EE0E-EC1A-9E55-EDEC576D11AA}"/>
                  </a:ext>
                </a:extLst>
              </p:cNvPr>
              <p:cNvSpPr/>
              <p:nvPr/>
            </p:nvSpPr>
            <p:spPr>
              <a:xfrm>
                <a:off x="2922103" y="2007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7" name="橢圓 76">
                <a:extLst>
                  <a:ext uri="{FF2B5EF4-FFF2-40B4-BE49-F238E27FC236}">
                    <a16:creationId xmlns:a16="http://schemas.microsoft.com/office/drawing/2014/main" id="{FA338CCA-7FC9-1367-9B67-F0E0584981E6}"/>
                  </a:ext>
                </a:extLst>
              </p:cNvPr>
              <p:cNvSpPr/>
              <p:nvPr/>
            </p:nvSpPr>
            <p:spPr>
              <a:xfrm>
                <a:off x="3207027" y="124570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8" name="橢圓 77">
                <a:extLst>
                  <a:ext uri="{FF2B5EF4-FFF2-40B4-BE49-F238E27FC236}">
                    <a16:creationId xmlns:a16="http://schemas.microsoft.com/office/drawing/2014/main" id="{61E124C3-046F-BC44-EAE1-D16E6D5DB4F9}"/>
                  </a:ext>
                </a:extLst>
              </p:cNvPr>
              <p:cNvSpPr/>
              <p:nvPr/>
            </p:nvSpPr>
            <p:spPr>
              <a:xfrm>
                <a:off x="3624468" y="1941445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9" name="橢圓 78">
                <a:extLst>
                  <a:ext uri="{FF2B5EF4-FFF2-40B4-BE49-F238E27FC236}">
                    <a16:creationId xmlns:a16="http://schemas.microsoft.com/office/drawing/2014/main" id="{2B0AFAC1-0D34-C75A-5F53-B1578B7D75C3}"/>
                  </a:ext>
                </a:extLst>
              </p:cNvPr>
              <p:cNvSpPr/>
              <p:nvPr/>
            </p:nvSpPr>
            <p:spPr>
              <a:xfrm>
                <a:off x="3166183" y="2765391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09866548-927D-3A1C-62B8-E18C40DCD003}"/>
                  </a:ext>
                </a:extLst>
              </p:cNvPr>
              <p:cNvCxnSpPr>
                <a:cxnSpLocks/>
                <a:stCxn id="77" idx="4"/>
                <a:endCxn id="76" idx="0"/>
              </p:cNvCxnSpPr>
              <p:nvPr/>
            </p:nvCxnSpPr>
            <p:spPr>
              <a:xfrm flipH="1">
                <a:off x="3192103" y="1785705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F7FBDA54-863A-32E5-38AB-126509AFEF58}"/>
                  </a:ext>
                </a:extLst>
              </p:cNvPr>
              <p:cNvCxnSpPr>
                <a:cxnSpLocks/>
                <a:stCxn id="77" idx="4"/>
                <a:endCxn id="78" idx="0"/>
              </p:cNvCxnSpPr>
              <p:nvPr/>
            </p:nvCxnSpPr>
            <p:spPr>
              <a:xfrm>
                <a:off x="3477027" y="1785705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FE6051F7-BF8E-C523-728B-F7CEB9226F51}"/>
                  </a:ext>
                </a:extLst>
              </p:cNvPr>
              <p:cNvCxnSpPr>
                <a:cxnSpLocks/>
                <a:stCxn id="76" idx="4"/>
                <a:endCxn id="79" idx="0"/>
              </p:cNvCxnSpPr>
              <p:nvPr/>
            </p:nvCxnSpPr>
            <p:spPr>
              <a:xfrm>
                <a:off x="3192103" y="2547705"/>
                <a:ext cx="244080" cy="21768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57AB1BCA-6CBC-58AB-0510-250A2BC87FA1}"/>
                </a:ext>
              </a:extLst>
            </p:cNvPr>
            <p:cNvSpPr txBox="1"/>
            <p:nvPr/>
          </p:nvSpPr>
          <p:spPr>
            <a:xfrm>
              <a:off x="309553" y="5721679"/>
              <a:ext cx="12682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DC729145-4017-1530-4E11-E7DBD6896B00}"/>
              </a:ext>
            </a:extLst>
          </p:cNvPr>
          <p:cNvGrpSpPr/>
          <p:nvPr/>
        </p:nvGrpSpPr>
        <p:grpSpPr>
          <a:xfrm>
            <a:off x="4792763" y="817761"/>
            <a:ext cx="2893010" cy="2694744"/>
            <a:chOff x="4554227" y="1188820"/>
            <a:chExt cx="3514263" cy="3249888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D9B97A9-1C24-E009-953C-C7DD374A2A85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05C256A1-BCC2-2D9A-9EE8-A286C1F17451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EAFBB32D-DDCF-8038-9730-B969CC391D01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4D8FE4CA-F14D-36BE-FC21-DA1764E1CDF7}"/>
                </a:ext>
              </a:extLst>
            </p:cNvPr>
            <p:cNvSpPr/>
            <p:nvPr/>
          </p:nvSpPr>
          <p:spPr>
            <a:xfrm>
              <a:off x="4878905" y="313670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58762A33-F494-517E-CBF3-F4C5634E04A8}"/>
                </a:ext>
              </a:extLst>
            </p:cNvPr>
            <p:cNvCxnSpPr>
              <a:cxnSpLocks/>
              <a:stCxn id="7" idx="4"/>
              <a:endCxn id="6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30C0984B-1D4F-EE57-7B0C-5624F197F294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A53607BD-025E-7449-DBEC-8BC31F904187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148905" y="2914708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6FFCEBA-EEC4-64B6-9540-1E5BC1F95745}"/>
                </a:ext>
              </a:extLst>
            </p:cNvPr>
            <p:cNvSpPr txBox="1"/>
            <p:nvPr/>
          </p:nvSpPr>
          <p:spPr>
            <a:xfrm>
              <a:off x="4903685" y="1188820"/>
              <a:ext cx="3164805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left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C4584646-16D2-74E9-3155-8F02AC7F27A1}"/>
                </a:ext>
              </a:extLst>
            </p:cNvPr>
            <p:cNvSpPr txBox="1"/>
            <p:nvPr/>
          </p:nvSpPr>
          <p:spPr>
            <a:xfrm>
              <a:off x="5519968" y="3208035"/>
              <a:ext cx="1811086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45A28F36-9F67-47F1-524D-775C2DCB6C72}"/>
                </a:ext>
              </a:extLst>
            </p:cNvPr>
            <p:cNvSpPr/>
            <p:nvPr/>
          </p:nvSpPr>
          <p:spPr>
            <a:xfrm>
              <a:off x="4554227" y="3898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5" name="橢圓 84">
              <a:extLst>
                <a:ext uri="{FF2B5EF4-FFF2-40B4-BE49-F238E27FC236}">
                  <a16:creationId xmlns:a16="http://schemas.microsoft.com/office/drawing/2014/main" id="{84B1FAC0-C359-2BD6-1999-1B55927C3115}"/>
                </a:ext>
              </a:extLst>
            </p:cNvPr>
            <p:cNvSpPr/>
            <p:nvPr/>
          </p:nvSpPr>
          <p:spPr>
            <a:xfrm>
              <a:off x="5276472" y="3892084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4F6B20C5-817C-1193-9127-96BD0B7F423E}"/>
                </a:ext>
              </a:extLst>
            </p:cNvPr>
            <p:cNvCxnSpPr>
              <a:cxnSpLocks/>
              <a:stCxn id="9" idx="4"/>
              <a:endCxn id="84" idx="0"/>
            </p:cNvCxnSpPr>
            <p:nvPr/>
          </p:nvCxnSpPr>
          <p:spPr>
            <a:xfrm flipH="1">
              <a:off x="4824227" y="3676709"/>
              <a:ext cx="324678" cy="22199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D464F886-AA05-244A-8A30-A7649AA4458B}"/>
                </a:ext>
              </a:extLst>
            </p:cNvPr>
            <p:cNvCxnSpPr>
              <a:cxnSpLocks/>
              <a:stCxn id="9" idx="4"/>
              <a:endCxn id="85" idx="0"/>
            </p:cNvCxnSpPr>
            <p:nvPr/>
          </p:nvCxnSpPr>
          <p:spPr>
            <a:xfrm>
              <a:off x="5148905" y="3676709"/>
              <a:ext cx="397567" cy="21537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26F6929F-4F4A-2CB1-7F70-AF3D55A53EF4}"/>
              </a:ext>
            </a:extLst>
          </p:cNvPr>
          <p:cNvGrpSpPr/>
          <p:nvPr/>
        </p:nvGrpSpPr>
        <p:grpSpPr>
          <a:xfrm>
            <a:off x="8438542" y="846521"/>
            <a:ext cx="2665141" cy="2694744"/>
            <a:chOff x="4903685" y="1188820"/>
            <a:chExt cx="3237458" cy="3249888"/>
          </a:xfrm>
        </p:grpSpPr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0483A0C3-5594-4161-5F3F-D0DAA1B57140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DE252C5B-2A7F-22CA-48DA-870030D8E74E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2AEA4639-6594-BBDB-6211-413BCF8F89AA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21ED9C49-BF1F-93D8-6346-19A0B835C21E}"/>
                </a:ext>
              </a:extLst>
            </p:cNvPr>
            <p:cNvSpPr/>
            <p:nvPr/>
          </p:nvSpPr>
          <p:spPr>
            <a:xfrm>
              <a:off x="5699905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3E23C769-9469-6856-B8D6-22FC8919F512}"/>
                </a:ext>
              </a:extLst>
            </p:cNvPr>
            <p:cNvCxnSpPr>
              <a:cxnSpLocks/>
              <a:stCxn id="121" idx="4"/>
              <a:endCxn id="120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接點 124">
              <a:extLst>
                <a:ext uri="{FF2B5EF4-FFF2-40B4-BE49-F238E27FC236}">
                  <a16:creationId xmlns:a16="http://schemas.microsoft.com/office/drawing/2014/main" id="{B54FDA36-05EB-6479-0032-9F4CB63C0163}"/>
                </a:ext>
              </a:extLst>
            </p:cNvPr>
            <p:cNvCxnSpPr>
              <a:cxnSpLocks/>
              <a:stCxn id="121" idx="4"/>
              <a:endCxn id="122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接點 125">
              <a:extLst>
                <a:ext uri="{FF2B5EF4-FFF2-40B4-BE49-F238E27FC236}">
                  <a16:creationId xmlns:a16="http://schemas.microsoft.com/office/drawing/2014/main" id="{435F4B13-0297-9F8C-22D3-BDE6C8D67A13}"/>
                </a:ext>
              </a:extLst>
            </p:cNvPr>
            <p:cNvCxnSpPr>
              <a:cxnSpLocks/>
              <a:stCxn id="122" idx="4"/>
              <a:endCxn id="123" idx="0"/>
            </p:cNvCxnSpPr>
            <p:nvPr/>
          </p:nvCxnSpPr>
          <p:spPr>
            <a:xfrm flipH="1">
              <a:off x="5969905" y="2848449"/>
              <a:ext cx="252428" cy="2882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id="{3D52F705-55ED-674E-AE27-C17980E28058}"/>
                </a:ext>
              </a:extLst>
            </p:cNvPr>
            <p:cNvSpPr txBox="1"/>
            <p:nvPr/>
          </p:nvSpPr>
          <p:spPr>
            <a:xfrm>
              <a:off x="4903685" y="1188820"/>
              <a:ext cx="3164802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left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D45CB77A-9002-89BD-E8BB-E5C95DB6AD1B}"/>
                </a:ext>
              </a:extLst>
            </p:cNvPr>
            <p:cNvSpPr txBox="1"/>
            <p:nvPr/>
          </p:nvSpPr>
          <p:spPr>
            <a:xfrm>
              <a:off x="6330059" y="3204992"/>
              <a:ext cx="1811084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left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9D4D7B3B-B53F-2EDD-234F-F6B4E59F4802}"/>
                </a:ext>
              </a:extLst>
            </p:cNvPr>
            <p:cNvSpPr/>
            <p:nvPr/>
          </p:nvSpPr>
          <p:spPr>
            <a:xfrm>
              <a:off x="5375226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6121B0D6-68D9-4A1B-0E6E-29885966C0DD}"/>
                </a:ext>
              </a:extLst>
            </p:cNvPr>
            <p:cNvSpPr/>
            <p:nvPr/>
          </p:nvSpPr>
          <p:spPr>
            <a:xfrm>
              <a:off x="6097470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4493A91C-2441-6D76-71A3-FA9D58B5B9E5}"/>
                </a:ext>
              </a:extLst>
            </p:cNvPr>
            <p:cNvCxnSpPr>
              <a:cxnSpLocks/>
              <a:stCxn id="123" idx="4"/>
              <a:endCxn id="129" idx="0"/>
            </p:cNvCxnSpPr>
            <p:nvPr/>
          </p:nvCxnSpPr>
          <p:spPr>
            <a:xfrm flipH="1">
              <a:off x="5645227" y="3676710"/>
              <a:ext cx="324679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75C682D3-7B19-8948-E64C-6BD6F3F9C8B2}"/>
                </a:ext>
              </a:extLst>
            </p:cNvPr>
            <p:cNvCxnSpPr>
              <a:cxnSpLocks/>
              <a:stCxn id="123" idx="4"/>
              <a:endCxn id="130" idx="0"/>
            </p:cNvCxnSpPr>
            <p:nvPr/>
          </p:nvCxnSpPr>
          <p:spPr>
            <a:xfrm>
              <a:off x="5969905" y="3676710"/>
              <a:ext cx="397566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E26D0F6C-51D7-CF48-8FE8-5137D85F6128}"/>
              </a:ext>
            </a:extLst>
          </p:cNvPr>
          <p:cNvGrpSpPr/>
          <p:nvPr/>
        </p:nvGrpSpPr>
        <p:grpSpPr>
          <a:xfrm>
            <a:off x="4837609" y="3702725"/>
            <a:ext cx="2747469" cy="2694744"/>
            <a:chOff x="4903685" y="1188820"/>
            <a:chExt cx="3337466" cy="3249888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27C4A391-C03B-8D25-4120-13F1D32FFB15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5" name="橢圓 134">
              <a:extLst>
                <a:ext uri="{FF2B5EF4-FFF2-40B4-BE49-F238E27FC236}">
                  <a16:creationId xmlns:a16="http://schemas.microsoft.com/office/drawing/2014/main" id="{647BE355-12A6-15C3-7FEC-B4F8C8F46B34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6" name="橢圓 135">
              <a:extLst>
                <a:ext uri="{FF2B5EF4-FFF2-40B4-BE49-F238E27FC236}">
                  <a16:creationId xmlns:a16="http://schemas.microsoft.com/office/drawing/2014/main" id="{468B0241-ACB5-3191-0A67-F3698E2F6BB9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69CE2447-8780-C497-7928-A3E75B9297E9}"/>
                </a:ext>
              </a:extLst>
            </p:cNvPr>
            <p:cNvSpPr/>
            <p:nvPr/>
          </p:nvSpPr>
          <p:spPr>
            <a:xfrm>
              <a:off x="5732100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5082E9FE-A937-C16B-BB33-1EAF7C9E74FB}"/>
                </a:ext>
              </a:extLst>
            </p:cNvPr>
            <p:cNvCxnSpPr>
              <a:cxnSpLocks/>
              <a:stCxn id="135" idx="4"/>
              <a:endCxn id="134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接點 138">
              <a:extLst>
                <a:ext uri="{FF2B5EF4-FFF2-40B4-BE49-F238E27FC236}">
                  <a16:creationId xmlns:a16="http://schemas.microsoft.com/office/drawing/2014/main" id="{3A389239-5A88-4B19-9AFC-AC6AA7A2C459}"/>
                </a:ext>
              </a:extLst>
            </p:cNvPr>
            <p:cNvCxnSpPr>
              <a:cxnSpLocks/>
              <a:stCxn id="135" idx="4"/>
              <a:endCxn id="136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816B4E75-984F-EFAC-7497-68796AD230EC}"/>
                </a:ext>
              </a:extLst>
            </p:cNvPr>
            <p:cNvCxnSpPr>
              <a:cxnSpLocks/>
              <a:stCxn id="134" idx="4"/>
              <a:endCxn id="137" idx="0"/>
            </p:cNvCxnSpPr>
            <p:nvPr/>
          </p:nvCxnSpPr>
          <p:spPr>
            <a:xfrm>
              <a:off x="5519969" y="2914708"/>
              <a:ext cx="482132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0F46CF47-DCE7-4667-2CBA-9743854AB49B}"/>
                </a:ext>
              </a:extLst>
            </p:cNvPr>
            <p:cNvSpPr txBox="1"/>
            <p:nvPr/>
          </p:nvSpPr>
          <p:spPr>
            <a:xfrm>
              <a:off x="4903685" y="1188820"/>
              <a:ext cx="3295503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55ED0DE3-6C7E-A471-FBBD-6910D8CE6B9C}"/>
                </a:ext>
              </a:extLst>
            </p:cNvPr>
            <p:cNvSpPr txBox="1"/>
            <p:nvPr/>
          </p:nvSpPr>
          <p:spPr>
            <a:xfrm>
              <a:off x="6299368" y="3239677"/>
              <a:ext cx="1941783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3" name="橢圓 142">
              <a:extLst>
                <a:ext uri="{FF2B5EF4-FFF2-40B4-BE49-F238E27FC236}">
                  <a16:creationId xmlns:a16="http://schemas.microsoft.com/office/drawing/2014/main" id="{8EFE5A00-99CA-05B4-4843-0BD91295E141}"/>
                </a:ext>
              </a:extLst>
            </p:cNvPr>
            <p:cNvSpPr/>
            <p:nvPr/>
          </p:nvSpPr>
          <p:spPr>
            <a:xfrm>
              <a:off x="5407423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4" name="橢圓 143">
              <a:extLst>
                <a:ext uri="{FF2B5EF4-FFF2-40B4-BE49-F238E27FC236}">
                  <a16:creationId xmlns:a16="http://schemas.microsoft.com/office/drawing/2014/main" id="{6D63279E-E9CC-BC07-654E-C2441910B850}"/>
                </a:ext>
              </a:extLst>
            </p:cNvPr>
            <p:cNvSpPr/>
            <p:nvPr/>
          </p:nvSpPr>
          <p:spPr>
            <a:xfrm>
              <a:off x="6129663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45" name="直線接點 144">
              <a:extLst>
                <a:ext uri="{FF2B5EF4-FFF2-40B4-BE49-F238E27FC236}">
                  <a16:creationId xmlns:a16="http://schemas.microsoft.com/office/drawing/2014/main" id="{AF0BEFA5-AC91-276C-B7B1-CE8899ECB7D0}"/>
                </a:ext>
              </a:extLst>
            </p:cNvPr>
            <p:cNvCxnSpPr>
              <a:cxnSpLocks/>
              <a:stCxn id="137" idx="4"/>
              <a:endCxn id="143" idx="0"/>
            </p:cNvCxnSpPr>
            <p:nvPr/>
          </p:nvCxnSpPr>
          <p:spPr>
            <a:xfrm flipH="1">
              <a:off x="5677423" y="3676710"/>
              <a:ext cx="324677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9981D878-8195-ACB6-8DD4-D75C194341FD}"/>
                </a:ext>
              </a:extLst>
            </p:cNvPr>
            <p:cNvCxnSpPr>
              <a:cxnSpLocks/>
              <a:stCxn id="137" idx="4"/>
              <a:endCxn id="144" idx="0"/>
            </p:cNvCxnSpPr>
            <p:nvPr/>
          </p:nvCxnSpPr>
          <p:spPr>
            <a:xfrm>
              <a:off x="6002101" y="3676710"/>
              <a:ext cx="397563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群組 146">
            <a:extLst>
              <a:ext uri="{FF2B5EF4-FFF2-40B4-BE49-F238E27FC236}">
                <a16:creationId xmlns:a16="http://schemas.microsoft.com/office/drawing/2014/main" id="{54AE3024-8A78-F5FD-415A-A5A9B0ED65BF}"/>
              </a:ext>
            </a:extLst>
          </p:cNvPr>
          <p:cNvGrpSpPr/>
          <p:nvPr/>
        </p:nvGrpSpPr>
        <p:grpSpPr>
          <a:xfrm>
            <a:off x="8195706" y="3731485"/>
            <a:ext cx="3286870" cy="2694744"/>
            <a:chOff x="4903685" y="1188820"/>
            <a:chExt cx="3992698" cy="3249888"/>
          </a:xfrm>
        </p:grpSpPr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C815B438-9C1F-67AA-B3EB-905ED59375BB}"/>
                </a:ext>
              </a:extLst>
            </p:cNvPr>
            <p:cNvSpPr/>
            <p:nvPr/>
          </p:nvSpPr>
          <p:spPr>
            <a:xfrm>
              <a:off x="5249968" y="2374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9" name="橢圓 148">
              <a:extLst>
                <a:ext uri="{FF2B5EF4-FFF2-40B4-BE49-F238E27FC236}">
                  <a16:creationId xmlns:a16="http://schemas.microsoft.com/office/drawing/2014/main" id="{17FD4987-A299-4CEC-06EB-4EB0EEA91BEF}"/>
                </a:ext>
              </a:extLst>
            </p:cNvPr>
            <p:cNvSpPr/>
            <p:nvPr/>
          </p:nvSpPr>
          <p:spPr>
            <a:xfrm>
              <a:off x="5534892" y="161270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0" name="橢圓 149">
              <a:extLst>
                <a:ext uri="{FF2B5EF4-FFF2-40B4-BE49-F238E27FC236}">
                  <a16:creationId xmlns:a16="http://schemas.microsoft.com/office/drawing/2014/main" id="{1354ADF5-0687-EF42-6160-55C7FECD2990}"/>
                </a:ext>
              </a:extLst>
            </p:cNvPr>
            <p:cNvSpPr/>
            <p:nvPr/>
          </p:nvSpPr>
          <p:spPr>
            <a:xfrm>
              <a:off x="5952333" y="230844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1" name="橢圓 150">
              <a:extLst>
                <a:ext uri="{FF2B5EF4-FFF2-40B4-BE49-F238E27FC236}">
                  <a16:creationId xmlns:a16="http://schemas.microsoft.com/office/drawing/2014/main" id="{C64A38CB-236A-92B5-431B-636526A65C17}"/>
                </a:ext>
              </a:extLst>
            </p:cNvPr>
            <p:cNvSpPr/>
            <p:nvPr/>
          </p:nvSpPr>
          <p:spPr>
            <a:xfrm>
              <a:off x="6359922" y="3136709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8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</a:t>
              </a:r>
              <a:endParaRPr kumimoji="1" lang="zh-TW" altLang="en-US" sz="8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CD8E425B-9815-57B0-A787-A42C14A9AD50}"/>
                </a:ext>
              </a:extLst>
            </p:cNvPr>
            <p:cNvCxnSpPr>
              <a:cxnSpLocks/>
              <a:stCxn id="149" idx="4"/>
              <a:endCxn id="148" idx="0"/>
            </p:cNvCxnSpPr>
            <p:nvPr/>
          </p:nvCxnSpPr>
          <p:spPr>
            <a:xfrm flipH="1">
              <a:off x="5519968" y="215270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152">
              <a:extLst>
                <a:ext uri="{FF2B5EF4-FFF2-40B4-BE49-F238E27FC236}">
                  <a16:creationId xmlns:a16="http://schemas.microsoft.com/office/drawing/2014/main" id="{0682F4F5-3201-3B30-3238-199B79685AF4}"/>
                </a:ext>
              </a:extLst>
            </p:cNvPr>
            <p:cNvCxnSpPr>
              <a:cxnSpLocks/>
              <a:stCxn id="149" idx="4"/>
              <a:endCxn id="150" idx="0"/>
            </p:cNvCxnSpPr>
            <p:nvPr/>
          </p:nvCxnSpPr>
          <p:spPr>
            <a:xfrm>
              <a:off x="5804892" y="215270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153">
              <a:extLst>
                <a:ext uri="{FF2B5EF4-FFF2-40B4-BE49-F238E27FC236}">
                  <a16:creationId xmlns:a16="http://schemas.microsoft.com/office/drawing/2014/main" id="{7815C6E3-C427-BC38-53E0-67C9FC8A22E7}"/>
                </a:ext>
              </a:extLst>
            </p:cNvPr>
            <p:cNvCxnSpPr>
              <a:cxnSpLocks/>
              <a:stCxn id="150" idx="4"/>
              <a:endCxn id="151" idx="0"/>
            </p:cNvCxnSpPr>
            <p:nvPr/>
          </p:nvCxnSpPr>
          <p:spPr>
            <a:xfrm>
              <a:off x="6222333" y="2848449"/>
              <a:ext cx="407590" cy="2882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F643509B-422F-62E0-83D8-0929EC2B3FAB}"/>
                </a:ext>
              </a:extLst>
            </p:cNvPr>
            <p:cNvSpPr txBox="1"/>
            <p:nvPr/>
          </p:nvSpPr>
          <p:spPr>
            <a:xfrm>
              <a:off x="4903685" y="1188820"/>
              <a:ext cx="3295500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only having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A61CDAA9-1322-15EC-233D-EB90C15EA361}"/>
                </a:ext>
              </a:extLst>
            </p:cNvPr>
            <p:cNvSpPr txBox="1"/>
            <p:nvPr/>
          </p:nvSpPr>
          <p:spPr>
            <a:xfrm>
              <a:off x="6954600" y="3222511"/>
              <a:ext cx="1941783" cy="334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maybe = right child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7" name="橢圓 156">
              <a:extLst>
                <a:ext uri="{FF2B5EF4-FFF2-40B4-BE49-F238E27FC236}">
                  <a16:creationId xmlns:a16="http://schemas.microsoft.com/office/drawing/2014/main" id="{5A113D1E-6F46-ED0D-694C-B7606C9E3D49}"/>
                </a:ext>
              </a:extLst>
            </p:cNvPr>
            <p:cNvSpPr/>
            <p:nvPr/>
          </p:nvSpPr>
          <p:spPr>
            <a:xfrm>
              <a:off x="6035244" y="3898707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8" name="橢圓 157">
              <a:extLst>
                <a:ext uri="{FF2B5EF4-FFF2-40B4-BE49-F238E27FC236}">
                  <a16:creationId xmlns:a16="http://schemas.microsoft.com/office/drawing/2014/main" id="{9ABDB131-1470-4CA2-47B6-CCB6C265F9AE}"/>
                </a:ext>
              </a:extLst>
            </p:cNvPr>
            <p:cNvSpPr/>
            <p:nvPr/>
          </p:nvSpPr>
          <p:spPr>
            <a:xfrm>
              <a:off x="6757488" y="3892084"/>
              <a:ext cx="540000" cy="5400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5FB6CC29-F21E-20B8-CCA0-FAF3CA17837D}"/>
                </a:ext>
              </a:extLst>
            </p:cNvPr>
            <p:cNvCxnSpPr>
              <a:cxnSpLocks/>
              <a:stCxn id="151" idx="4"/>
              <a:endCxn id="157" idx="0"/>
            </p:cNvCxnSpPr>
            <p:nvPr/>
          </p:nvCxnSpPr>
          <p:spPr>
            <a:xfrm flipH="1">
              <a:off x="6305244" y="3676710"/>
              <a:ext cx="324679" cy="2219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6026A979-3D85-F01B-34C9-114CC860F019}"/>
                </a:ext>
              </a:extLst>
            </p:cNvPr>
            <p:cNvCxnSpPr>
              <a:cxnSpLocks/>
              <a:stCxn id="151" idx="4"/>
              <a:endCxn id="158" idx="0"/>
            </p:cNvCxnSpPr>
            <p:nvPr/>
          </p:nvCxnSpPr>
          <p:spPr>
            <a:xfrm>
              <a:off x="6629923" y="3676710"/>
              <a:ext cx="397566" cy="21537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C2C66650-C179-9C3E-4F63-7966579BB77F}"/>
              </a:ext>
            </a:extLst>
          </p:cNvPr>
          <p:cNvSpPr txBox="1"/>
          <p:nvPr/>
        </p:nvSpPr>
        <p:spPr>
          <a:xfrm>
            <a:off x="2907417" y="178429"/>
            <a:ext cx="5133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(TRUE)</a:t>
            </a:r>
          </a:p>
        </p:txBody>
      </p: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26CDB8A3-9F1F-8BAA-0C28-1C65C5E80713}"/>
              </a:ext>
            </a:extLst>
          </p:cNvPr>
          <p:cNvCxnSpPr/>
          <p:nvPr/>
        </p:nvCxnSpPr>
        <p:spPr>
          <a:xfrm>
            <a:off x="4094922" y="722306"/>
            <a:ext cx="0" cy="56984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46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B87A-086A-B759-670D-AB5BD7C8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字方塊 51">
            <a:extLst>
              <a:ext uri="{FF2B5EF4-FFF2-40B4-BE49-F238E27FC236}">
                <a16:creationId xmlns:a16="http://schemas.microsoft.com/office/drawing/2014/main" id="{3A6EF09B-2ECE-9EF6-8578-80CFA594F153}"/>
              </a:ext>
            </a:extLst>
          </p:cNvPr>
          <p:cNvSpPr txBox="1"/>
          <p:nvPr/>
        </p:nvSpPr>
        <p:spPr>
          <a:xfrm>
            <a:off x="5107825" y="679235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/>
              <a:t>Case 3 (A): m is a leaf</a:t>
            </a:r>
            <a:endParaRPr kumimoji="1" lang="zh-TW" altLang="en-US" u="sng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BABD6A2-6116-C1AE-8162-024572061804}"/>
              </a:ext>
            </a:extLst>
          </p:cNvPr>
          <p:cNvSpPr txBox="1"/>
          <p:nvPr/>
        </p:nvSpPr>
        <p:spPr>
          <a:xfrm>
            <a:off x="2907417" y="178429"/>
            <a:ext cx="528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(FALSE)</a:t>
            </a:r>
          </a:p>
        </p:txBody>
      </p: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456EC6C4-87B8-B0FD-5E14-8A237B8E9771}"/>
              </a:ext>
            </a:extLst>
          </p:cNvPr>
          <p:cNvGrpSpPr/>
          <p:nvPr/>
        </p:nvGrpSpPr>
        <p:grpSpPr>
          <a:xfrm>
            <a:off x="409256" y="1351749"/>
            <a:ext cx="2229814" cy="3324259"/>
            <a:chOff x="343940" y="1498710"/>
            <a:chExt cx="2229814" cy="3324259"/>
          </a:xfrm>
        </p:grpSpPr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91FE1DA4-5715-1178-1037-4C252352D926}"/>
                </a:ext>
              </a:extLst>
            </p:cNvPr>
            <p:cNvGrpSpPr/>
            <p:nvPr/>
          </p:nvGrpSpPr>
          <p:grpSpPr>
            <a:xfrm>
              <a:off x="422884" y="1498710"/>
              <a:ext cx="2150870" cy="3324259"/>
              <a:chOff x="3635463" y="1417807"/>
              <a:chExt cx="2150870" cy="3324259"/>
            </a:xfrm>
          </p:grpSpPr>
          <p:sp>
            <p:nvSpPr>
              <p:cNvPr id="75" name="橢圓 74">
                <a:extLst>
                  <a:ext uri="{FF2B5EF4-FFF2-40B4-BE49-F238E27FC236}">
                    <a16:creationId xmlns:a16="http://schemas.microsoft.com/office/drawing/2014/main" id="{77E371C1-556E-7D9C-3650-D625159DAA7E}"/>
                  </a:ext>
                </a:extLst>
              </p:cNvPr>
              <p:cNvSpPr/>
              <p:nvPr/>
            </p:nvSpPr>
            <p:spPr>
              <a:xfrm>
                <a:off x="4084263" y="2725338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6" name="橢圓 75">
                <a:extLst>
                  <a:ext uri="{FF2B5EF4-FFF2-40B4-BE49-F238E27FC236}">
                    <a16:creationId xmlns:a16="http://schemas.microsoft.com/office/drawing/2014/main" id="{15949A62-FA4B-BA7F-0D49-367930A4DD67}"/>
                  </a:ext>
                </a:extLst>
              </p:cNvPr>
              <p:cNvSpPr/>
              <p:nvPr/>
            </p:nvSpPr>
            <p:spPr>
              <a:xfrm>
                <a:off x="4369187" y="1963338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7" name="橢圓 76">
                <a:extLst>
                  <a:ext uri="{FF2B5EF4-FFF2-40B4-BE49-F238E27FC236}">
                    <a16:creationId xmlns:a16="http://schemas.microsoft.com/office/drawing/2014/main" id="{4E1FFFB6-5125-C78D-5388-3DFCC4B4DECB}"/>
                  </a:ext>
                </a:extLst>
              </p:cNvPr>
              <p:cNvSpPr/>
              <p:nvPr/>
            </p:nvSpPr>
            <p:spPr>
              <a:xfrm>
                <a:off x="4786628" y="2659078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8" name="橢圓 77">
                <a:extLst>
                  <a:ext uri="{FF2B5EF4-FFF2-40B4-BE49-F238E27FC236}">
                    <a16:creationId xmlns:a16="http://schemas.microsoft.com/office/drawing/2014/main" id="{D979C524-676F-E964-FDD1-DD8FB7D7F5BE}"/>
                  </a:ext>
                </a:extLst>
              </p:cNvPr>
              <p:cNvSpPr/>
              <p:nvPr/>
            </p:nvSpPr>
            <p:spPr>
              <a:xfrm>
                <a:off x="3713200" y="3487339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m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593AF912-4169-ADE6-6F59-30DC790074FE}"/>
                  </a:ext>
                </a:extLst>
              </p:cNvPr>
              <p:cNvCxnSpPr>
                <a:cxnSpLocks/>
                <a:stCxn id="76" idx="4"/>
                <a:endCxn id="75" idx="0"/>
              </p:cNvCxnSpPr>
              <p:nvPr/>
            </p:nvCxnSpPr>
            <p:spPr>
              <a:xfrm flipH="1">
                <a:off x="4354263" y="2503338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1707732C-B036-348E-8946-0412E738E161}"/>
                  </a:ext>
                </a:extLst>
              </p:cNvPr>
              <p:cNvCxnSpPr>
                <a:cxnSpLocks/>
                <a:stCxn id="76" idx="4"/>
                <a:endCxn id="77" idx="0"/>
              </p:cNvCxnSpPr>
              <p:nvPr/>
            </p:nvCxnSpPr>
            <p:spPr>
              <a:xfrm>
                <a:off x="4639187" y="2503338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2DEDBEE2-2B29-6A19-08CA-9FA45D1D1987}"/>
                  </a:ext>
                </a:extLst>
              </p:cNvPr>
              <p:cNvCxnSpPr>
                <a:cxnSpLocks/>
                <a:stCxn id="75" idx="4"/>
                <a:endCxn id="78" idx="0"/>
              </p:cNvCxnSpPr>
              <p:nvPr/>
            </p:nvCxnSpPr>
            <p:spPr>
              <a:xfrm flipH="1">
                <a:off x="3983200" y="3265338"/>
                <a:ext cx="371063" cy="22200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0F87C019-E9BB-CC20-2450-E3A75A9F0EDA}"/>
                  </a:ext>
                </a:extLst>
              </p:cNvPr>
              <p:cNvSpPr txBox="1"/>
              <p:nvPr/>
            </p:nvSpPr>
            <p:spPr>
              <a:xfrm>
                <a:off x="3635463" y="1417807"/>
                <a:ext cx="2150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120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Delete node having two child &amp; m is leaf w/o </a:t>
                </a:r>
                <a:r>
                  <a:rPr kumimoji="1" lang="en-US" altLang="zh-TW" sz="1200" dirty="0" err="1"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m.p</a:t>
                </a:r>
                <a:endParaRPr kumimoji="1" lang="zh-TW" altLang="en-US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3" name="橢圓 82">
                <a:extLst>
                  <a:ext uri="{FF2B5EF4-FFF2-40B4-BE49-F238E27FC236}">
                    <a16:creationId xmlns:a16="http://schemas.microsoft.com/office/drawing/2014/main" id="{E2B73AA5-9398-C662-CCA0-65CE7F171580}"/>
                  </a:ext>
                </a:extLst>
              </p:cNvPr>
              <p:cNvSpPr/>
              <p:nvPr/>
            </p:nvSpPr>
            <p:spPr>
              <a:xfrm>
                <a:off x="4659952" y="3530592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414DA5D3-C949-99F1-3BCE-023C3077F84E}"/>
                  </a:ext>
                </a:extLst>
              </p:cNvPr>
              <p:cNvCxnSpPr>
                <a:cxnSpLocks/>
                <a:stCxn id="75" idx="4"/>
                <a:endCxn id="83" idx="0"/>
              </p:cNvCxnSpPr>
              <p:nvPr/>
            </p:nvCxnSpPr>
            <p:spPr>
              <a:xfrm>
                <a:off x="4354263" y="3265338"/>
                <a:ext cx="575689" cy="26525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橢圓 90">
                <a:extLst>
                  <a:ext uri="{FF2B5EF4-FFF2-40B4-BE49-F238E27FC236}">
                    <a16:creationId xmlns:a16="http://schemas.microsoft.com/office/drawing/2014/main" id="{169108CE-58AB-3E1B-E97F-FBAA8BB65A19}"/>
                  </a:ext>
                </a:extLst>
              </p:cNvPr>
              <p:cNvSpPr/>
              <p:nvPr/>
            </p:nvSpPr>
            <p:spPr>
              <a:xfrm>
                <a:off x="5078313" y="4202066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92" name="直線接點 91">
                <a:extLst>
                  <a:ext uri="{FF2B5EF4-FFF2-40B4-BE49-F238E27FC236}">
                    <a16:creationId xmlns:a16="http://schemas.microsoft.com/office/drawing/2014/main" id="{63692619-FE8F-2C44-5611-454A3FFF0510}"/>
                  </a:ext>
                </a:extLst>
              </p:cNvPr>
              <p:cNvCxnSpPr>
                <a:cxnSpLocks/>
                <a:stCxn id="83" idx="4"/>
                <a:endCxn id="91" idx="0"/>
              </p:cNvCxnSpPr>
              <p:nvPr/>
            </p:nvCxnSpPr>
            <p:spPr>
              <a:xfrm>
                <a:off x="4929952" y="4070592"/>
                <a:ext cx="418361" cy="13147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D08D6CC6-A449-C124-0A3D-59042C447ABF}"/>
                </a:ext>
              </a:extLst>
            </p:cNvPr>
            <p:cNvSpPr txBox="1"/>
            <p:nvPr/>
          </p:nvSpPr>
          <p:spPr>
            <a:xfrm>
              <a:off x="343940" y="4270685"/>
              <a:ext cx="1445723" cy="286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m.parent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898A9709-6704-4121-756F-1A6D710BD975}"/>
              </a:ext>
            </a:extLst>
          </p:cNvPr>
          <p:cNvGrpSpPr/>
          <p:nvPr/>
        </p:nvGrpSpPr>
        <p:grpSpPr>
          <a:xfrm>
            <a:off x="2841537" y="1351749"/>
            <a:ext cx="2604398" cy="3324259"/>
            <a:chOff x="343940" y="1498710"/>
            <a:chExt cx="2604398" cy="3324259"/>
          </a:xfrm>
        </p:grpSpPr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D3000419-646D-A743-5BB2-ACA8BAE30A84}"/>
                </a:ext>
              </a:extLst>
            </p:cNvPr>
            <p:cNvGrpSpPr/>
            <p:nvPr/>
          </p:nvGrpSpPr>
          <p:grpSpPr>
            <a:xfrm>
              <a:off x="422884" y="1498710"/>
              <a:ext cx="2525454" cy="3324259"/>
              <a:chOff x="3635463" y="1417807"/>
              <a:chExt cx="2525454" cy="3324259"/>
            </a:xfrm>
          </p:grpSpPr>
          <p:sp>
            <p:nvSpPr>
              <p:cNvPr id="100" name="橢圓 99">
                <a:extLst>
                  <a:ext uri="{FF2B5EF4-FFF2-40B4-BE49-F238E27FC236}">
                    <a16:creationId xmlns:a16="http://schemas.microsoft.com/office/drawing/2014/main" id="{7BFB66FE-CC52-E602-2AEB-F831D9A4E486}"/>
                  </a:ext>
                </a:extLst>
              </p:cNvPr>
              <p:cNvSpPr/>
              <p:nvPr/>
            </p:nvSpPr>
            <p:spPr>
              <a:xfrm>
                <a:off x="4084263" y="2725338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01" name="橢圓 100">
                <a:extLst>
                  <a:ext uri="{FF2B5EF4-FFF2-40B4-BE49-F238E27FC236}">
                    <a16:creationId xmlns:a16="http://schemas.microsoft.com/office/drawing/2014/main" id="{70D1B236-D595-1CF2-83C8-0882E7D44201}"/>
                  </a:ext>
                </a:extLst>
              </p:cNvPr>
              <p:cNvSpPr/>
              <p:nvPr/>
            </p:nvSpPr>
            <p:spPr>
              <a:xfrm>
                <a:off x="4369187" y="1963338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p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02" name="橢圓 101">
                <a:extLst>
                  <a:ext uri="{FF2B5EF4-FFF2-40B4-BE49-F238E27FC236}">
                    <a16:creationId xmlns:a16="http://schemas.microsoft.com/office/drawing/2014/main" id="{B20A7A2B-6C38-D5E0-14D3-E99ED7EFDC03}"/>
                  </a:ext>
                </a:extLst>
              </p:cNvPr>
              <p:cNvSpPr/>
              <p:nvPr/>
            </p:nvSpPr>
            <p:spPr>
              <a:xfrm>
                <a:off x="4786628" y="2659078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n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03" name="橢圓 102">
                <a:extLst>
                  <a:ext uri="{FF2B5EF4-FFF2-40B4-BE49-F238E27FC236}">
                    <a16:creationId xmlns:a16="http://schemas.microsoft.com/office/drawing/2014/main" id="{412F2462-1733-90EB-BE13-4A1D15ED2675}"/>
                  </a:ext>
                </a:extLst>
              </p:cNvPr>
              <p:cNvSpPr/>
              <p:nvPr/>
            </p:nvSpPr>
            <p:spPr>
              <a:xfrm>
                <a:off x="4336055" y="3487339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200" dirty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m</a:t>
                </a:r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104" name="直線接點 103">
                <a:extLst>
                  <a:ext uri="{FF2B5EF4-FFF2-40B4-BE49-F238E27FC236}">
                    <a16:creationId xmlns:a16="http://schemas.microsoft.com/office/drawing/2014/main" id="{CCE9A069-3EDD-1EB5-40B8-6628679F2917}"/>
                  </a:ext>
                </a:extLst>
              </p:cNvPr>
              <p:cNvCxnSpPr>
                <a:cxnSpLocks/>
                <a:stCxn id="101" idx="4"/>
                <a:endCxn id="100" idx="0"/>
              </p:cNvCxnSpPr>
              <p:nvPr/>
            </p:nvCxnSpPr>
            <p:spPr>
              <a:xfrm flipH="1">
                <a:off x="4354263" y="2503338"/>
                <a:ext cx="284924" cy="2220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接點 104">
                <a:extLst>
                  <a:ext uri="{FF2B5EF4-FFF2-40B4-BE49-F238E27FC236}">
                    <a16:creationId xmlns:a16="http://schemas.microsoft.com/office/drawing/2014/main" id="{F264A652-382F-16F3-3815-248BBB567D32}"/>
                  </a:ext>
                </a:extLst>
              </p:cNvPr>
              <p:cNvCxnSpPr>
                <a:cxnSpLocks/>
                <a:stCxn id="101" idx="4"/>
                <a:endCxn id="102" idx="0"/>
              </p:cNvCxnSpPr>
              <p:nvPr/>
            </p:nvCxnSpPr>
            <p:spPr>
              <a:xfrm>
                <a:off x="4639187" y="2503338"/>
                <a:ext cx="417441" cy="15574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接點 105">
                <a:extLst>
                  <a:ext uri="{FF2B5EF4-FFF2-40B4-BE49-F238E27FC236}">
                    <a16:creationId xmlns:a16="http://schemas.microsoft.com/office/drawing/2014/main" id="{7059E56E-101A-5D35-701E-33098C23D471}"/>
                  </a:ext>
                </a:extLst>
              </p:cNvPr>
              <p:cNvCxnSpPr>
                <a:cxnSpLocks/>
                <a:stCxn id="102" idx="4"/>
                <a:endCxn id="103" idx="0"/>
              </p:cNvCxnSpPr>
              <p:nvPr/>
            </p:nvCxnSpPr>
            <p:spPr>
              <a:xfrm flipH="1">
                <a:off x="4606055" y="3199078"/>
                <a:ext cx="450573" cy="288261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11DC815D-FB18-5D08-5B2F-7CAB1E46F60F}"/>
                  </a:ext>
                </a:extLst>
              </p:cNvPr>
              <p:cNvSpPr txBox="1"/>
              <p:nvPr/>
            </p:nvSpPr>
            <p:spPr>
              <a:xfrm>
                <a:off x="3635463" y="1417807"/>
                <a:ext cx="21873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120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Delete node having two child &amp; m is leaf w/o </a:t>
                </a:r>
                <a:r>
                  <a:rPr kumimoji="1" lang="en-US" altLang="zh-TW" sz="1200" dirty="0" err="1"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m.p</a:t>
                </a:r>
                <a:endParaRPr kumimoji="1" lang="zh-TW" altLang="en-US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08" name="橢圓 107">
                <a:extLst>
                  <a:ext uri="{FF2B5EF4-FFF2-40B4-BE49-F238E27FC236}">
                    <a16:creationId xmlns:a16="http://schemas.microsoft.com/office/drawing/2014/main" id="{430A131A-6816-0938-5237-49263A53D5F8}"/>
                  </a:ext>
                </a:extLst>
              </p:cNvPr>
              <p:cNvSpPr/>
              <p:nvPr/>
            </p:nvSpPr>
            <p:spPr>
              <a:xfrm>
                <a:off x="5282807" y="3530592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109" name="直線接點 108">
                <a:extLst>
                  <a:ext uri="{FF2B5EF4-FFF2-40B4-BE49-F238E27FC236}">
                    <a16:creationId xmlns:a16="http://schemas.microsoft.com/office/drawing/2014/main" id="{AA67E57F-D480-5A6F-D8F9-F8B317C940F2}"/>
                  </a:ext>
                </a:extLst>
              </p:cNvPr>
              <p:cNvCxnSpPr>
                <a:cxnSpLocks/>
                <a:stCxn id="102" idx="4"/>
                <a:endCxn id="108" idx="0"/>
              </p:cNvCxnSpPr>
              <p:nvPr/>
            </p:nvCxnSpPr>
            <p:spPr>
              <a:xfrm>
                <a:off x="5056628" y="3199078"/>
                <a:ext cx="496179" cy="33151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橢圓 109">
                <a:extLst>
                  <a:ext uri="{FF2B5EF4-FFF2-40B4-BE49-F238E27FC236}">
                    <a16:creationId xmlns:a16="http://schemas.microsoft.com/office/drawing/2014/main" id="{61AD76E7-EB74-5BAE-F240-AF390E7CF25B}"/>
                  </a:ext>
                </a:extLst>
              </p:cNvPr>
              <p:cNvSpPr/>
              <p:nvPr/>
            </p:nvSpPr>
            <p:spPr>
              <a:xfrm>
                <a:off x="5620917" y="4202066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cxnSp>
            <p:nvCxnSpPr>
              <p:cNvPr id="111" name="直線接點 110">
                <a:extLst>
                  <a:ext uri="{FF2B5EF4-FFF2-40B4-BE49-F238E27FC236}">
                    <a16:creationId xmlns:a16="http://schemas.microsoft.com/office/drawing/2014/main" id="{C9497288-C12C-5354-510E-91C6B01BA715}"/>
                  </a:ext>
                </a:extLst>
              </p:cNvPr>
              <p:cNvCxnSpPr>
                <a:cxnSpLocks/>
                <a:stCxn id="108" idx="4"/>
                <a:endCxn id="110" idx="0"/>
              </p:cNvCxnSpPr>
              <p:nvPr/>
            </p:nvCxnSpPr>
            <p:spPr>
              <a:xfrm>
                <a:off x="5552807" y="4070592"/>
                <a:ext cx="338110" cy="13147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0EB854B6-C07E-8D3A-4A7B-FCF2E03DC632}"/>
                </a:ext>
              </a:extLst>
            </p:cNvPr>
            <p:cNvSpPr txBox="1"/>
            <p:nvPr/>
          </p:nvSpPr>
          <p:spPr>
            <a:xfrm>
              <a:off x="343940" y="4270685"/>
              <a:ext cx="1445723" cy="286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m.parent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F62436EA-422F-C5F4-0B38-70CA930D5513}"/>
              </a:ext>
            </a:extLst>
          </p:cNvPr>
          <p:cNvGrpSpPr/>
          <p:nvPr/>
        </p:nvGrpSpPr>
        <p:grpSpPr>
          <a:xfrm>
            <a:off x="501630" y="5135844"/>
            <a:ext cx="3379805" cy="1330000"/>
            <a:chOff x="-790618" y="2054079"/>
            <a:chExt cx="3379805" cy="1330000"/>
          </a:xfrm>
        </p:grpSpPr>
        <p:sp>
          <p:nvSpPr>
            <p:cNvPr id="152" name="橢圓 151">
              <a:extLst>
                <a:ext uri="{FF2B5EF4-FFF2-40B4-BE49-F238E27FC236}">
                  <a16:creationId xmlns:a16="http://schemas.microsoft.com/office/drawing/2014/main" id="{E2CADA47-0B5A-9F9C-4BB5-7ECE0EAF6B89}"/>
                </a:ext>
              </a:extLst>
            </p:cNvPr>
            <p:cNvSpPr/>
            <p:nvPr/>
          </p:nvSpPr>
          <p:spPr>
            <a:xfrm>
              <a:off x="1346822" y="284407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3" name="橢圓 152">
              <a:extLst>
                <a:ext uri="{FF2B5EF4-FFF2-40B4-BE49-F238E27FC236}">
                  <a16:creationId xmlns:a16="http://schemas.microsoft.com/office/drawing/2014/main" id="{5FAD997E-565D-173C-FF24-EBDC6BAEF028}"/>
                </a:ext>
              </a:extLst>
            </p:cNvPr>
            <p:cNvSpPr/>
            <p:nvPr/>
          </p:nvSpPr>
          <p:spPr>
            <a:xfrm>
              <a:off x="1631746" y="208207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4" name="橢圓 153">
              <a:extLst>
                <a:ext uri="{FF2B5EF4-FFF2-40B4-BE49-F238E27FC236}">
                  <a16:creationId xmlns:a16="http://schemas.microsoft.com/office/drawing/2014/main" id="{B94678A0-C71F-8A54-9250-1B7620BA3929}"/>
                </a:ext>
              </a:extLst>
            </p:cNvPr>
            <p:cNvSpPr/>
            <p:nvPr/>
          </p:nvSpPr>
          <p:spPr>
            <a:xfrm>
              <a:off x="2049187" y="2777819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55" name="直線接點 154">
              <a:extLst>
                <a:ext uri="{FF2B5EF4-FFF2-40B4-BE49-F238E27FC236}">
                  <a16:creationId xmlns:a16="http://schemas.microsoft.com/office/drawing/2014/main" id="{CE41DD6C-C5E8-A854-80FF-615D78BB708E}"/>
                </a:ext>
              </a:extLst>
            </p:cNvPr>
            <p:cNvCxnSpPr>
              <a:cxnSpLocks/>
              <a:stCxn id="153" idx="4"/>
              <a:endCxn id="152" idx="0"/>
            </p:cNvCxnSpPr>
            <p:nvPr/>
          </p:nvCxnSpPr>
          <p:spPr>
            <a:xfrm flipH="1">
              <a:off x="1616822" y="2622079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11B773FF-3EDD-D9AC-5F05-B7BBCBBD1BC5}"/>
                </a:ext>
              </a:extLst>
            </p:cNvPr>
            <p:cNvCxnSpPr>
              <a:cxnSpLocks/>
              <a:stCxn id="153" idx="4"/>
              <a:endCxn id="154" idx="0"/>
            </p:cNvCxnSpPr>
            <p:nvPr/>
          </p:nvCxnSpPr>
          <p:spPr>
            <a:xfrm>
              <a:off x="1901746" y="2622079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33D89A6-D26B-2CF3-9BE3-4E53D8CD635C}"/>
                </a:ext>
              </a:extLst>
            </p:cNvPr>
            <p:cNvSpPr txBox="1"/>
            <p:nvPr/>
          </p:nvSpPr>
          <p:spPr>
            <a:xfrm>
              <a:off x="-789390" y="2054079"/>
              <a:ext cx="17033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having two child &amp; it is root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BC6EFB94-004B-4071-E230-F23D2448CD59}"/>
                </a:ext>
              </a:extLst>
            </p:cNvPr>
            <p:cNvSpPr txBox="1"/>
            <p:nvPr/>
          </p:nvSpPr>
          <p:spPr>
            <a:xfrm>
              <a:off x="-790618" y="2844079"/>
              <a:ext cx="14457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parent =None</a:t>
              </a:r>
            </a:p>
            <a:p>
              <a:r>
                <a:rPr kumimoji="1" lang="en-US" altLang="zh-TW" sz="1200" dirty="0" err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m.parent</a:t>
              </a:r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 = None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9" name="橢圓 8">
            <a:extLst>
              <a:ext uri="{FF2B5EF4-FFF2-40B4-BE49-F238E27FC236}">
                <a16:creationId xmlns:a16="http://schemas.microsoft.com/office/drawing/2014/main" id="{E0F7110E-B4CD-CFD2-2BAC-404A3F43A013}"/>
              </a:ext>
            </a:extLst>
          </p:cNvPr>
          <p:cNvSpPr/>
          <p:nvPr/>
        </p:nvSpPr>
        <p:spPr>
          <a:xfrm>
            <a:off x="6596325" y="2778421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E881F30-F4ED-2133-EDCF-449C60A4F929}"/>
              </a:ext>
            </a:extLst>
          </p:cNvPr>
          <p:cNvSpPr/>
          <p:nvPr/>
        </p:nvSpPr>
        <p:spPr>
          <a:xfrm>
            <a:off x="6881249" y="2016421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07A6BE0-5898-7D7B-B17E-71FA7FF1A38F}"/>
              </a:ext>
            </a:extLst>
          </p:cNvPr>
          <p:cNvSpPr/>
          <p:nvPr/>
        </p:nvSpPr>
        <p:spPr>
          <a:xfrm>
            <a:off x="7298690" y="2712161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3DF7E77-8A35-E195-04B3-E3A6D18BFC95}"/>
              </a:ext>
            </a:extLst>
          </p:cNvPr>
          <p:cNvSpPr/>
          <p:nvPr/>
        </p:nvSpPr>
        <p:spPr>
          <a:xfrm>
            <a:off x="6532514" y="4240544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DC2DD3E-45F4-B931-3890-A9BA54DE9FFC}"/>
              </a:ext>
            </a:extLst>
          </p:cNvPr>
          <p:cNvCxnSpPr>
            <a:cxnSpLocks/>
            <a:stCxn id="10" idx="4"/>
            <a:endCxn id="9" idx="0"/>
          </p:cNvCxnSpPr>
          <p:nvPr/>
        </p:nvCxnSpPr>
        <p:spPr>
          <a:xfrm flipH="1">
            <a:off x="6866325" y="2556421"/>
            <a:ext cx="284924" cy="22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3B4195E-3ECE-67D5-9B93-0A0FC1FDAFB6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7151249" y="2556421"/>
            <a:ext cx="417441" cy="1557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588D750-1FCC-0963-0141-60872CFCDD8C}"/>
              </a:ext>
            </a:extLst>
          </p:cNvPr>
          <p:cNvCxnSpPr>
            <a:cxnSpLocks/>
            <a:stCxn id="9" idx="4"/>
            <a:endCxn id="24" idx="0"/>
          </p:cNvCxnSpPr>
          <p:nvPr/>
        </p:nvCxnSpPr>
        <p:spPr>
          <a:xfrm flipH="1">
            <a:off x="6362427" y="3318421"/>
            <a:ext cx="503898" cy="2242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A7EB2A3-F01C-4F06-6E5D-FAB0633DF553}"/>
              </a:ext>
            </a:extLst>
          </p:cNvPr>
          <p:cNvSpPr txBox="1"/>
          <p:nvPr/>
        </p:nvSpPr>
        <p:spPr>
          <a:xfrm>
            <a:off x="5921397" y="1353307"/>
            <a:ext cx="230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node having two child &amp; m is leaf with </a:t>
            </a:r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CBC247C3-FA8D-97A0-3E75-97A339D36CF6}"/>
              </a:ext>
            </a:extLst>
          </p:cNvPr>
          <p:cNvSpPr/>
          <p:nvPr/>
        </p:nvSpPr>
        <p:spPr>
          <a:xfrm>
            <a:off x="7172014" y="3583675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29894FFD-4671-8417-3034-3BB48AEAFE3E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6866325" y="3318421"/>
            <a:ext cx="575689" cy="2652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1E7D6046-FABD-C0D8-FFF0-41476B37A22A}"/>
              </a:ext>
            </a:extLst>
          </p:cNvPr>
          <p:cNvSpPr/>
          <p:nvPr/>
        </p:nvSpPr>
        <p:spPr>
          <a:xfrm>
            <a:off x="7590375" y="4255149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CB33A2E-C794-8E59-EF8A-C93133A61FB5}"/>
              </a:ext>
            </a:extLst>
          </p:cNvPr>
          <p:cNvCxnSpPr>
            <a:cxnSpLocks/>
            <a:stCxn id="20" idx="4"/>
            <a:endCxn id="22" idx="0"/>
          </p:cNvCxnSpPr>
          <p:nvPr/>
        </p:nvCxnSpPr>
        <p:spPr>
          <a:xfrm>
            <a:off x="7442014" y="4123675"/>
            <a:ext cx="418361" cy="1314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6DF700E5-F9B9-2501-2FEB-E379E2EA64A5}"/>
              </a:ext>
            </a:extLst>
          </p:cNvPr>
          <p:cNvSpPr/>
          <p:nvPr/>
        </p:nvSpPr>
        <p:spPr>
          <a:xfrm>
            <a:off x="6092427" y="3542635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B4ECDBD-7826-D19D-A610-877275D319BF}"/>
              </a:ext>
            </a:extLst>
          </p:cNvPr>
          <p:cNvCxnSpPr>
            <a:cxnSpLocks/>
            <a:stCxn id="24" idx="4"/>
            <a:endCxn id="13" idx="0"/>
          </p:cNvCxnSpPr>
          <p:nvPr/>
        </p:nvCxnSpPr>
        <p:spPr>
          <a:xfrm>
            <a:off x="6362427" y="4082635"/>
            <a:ext cx="440087" cy="15790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橢圓 34">
            <a:extLst>
              <a:ext uri="{FF2B5EF4-FFF2-40B4-BE49-F238E27FC236}">
                <a16:creationId xmlns:a16="http://schemas.microsoft.com/office/drawing/2014/main" id="{6DB43E5C-9CC1-9242-EEA7-CF490B26980B}"/>
              </a:ext>
            </a:extLst>
          </p:cNvPr>
          <p:cNvSpPr/>
          <p:nvPr/>
        </p:nvSpPr>
        <p:spPr>
          <a:xfrm>
            <a:off x="9486495" y="2627562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1998E013-191A-BE13-6649-40C3907CF29A}"/>
              </a:ext>
            </a:extLst>
          </p:cNvPr>
          <p:cNvSpPr/>
          <p:nvPr/>
        </p:nvSpPr>
        <p:spPr>
          <a:xfrm>
            <a:off x="9771419" y="1865562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0EA7BCAA-388E-9730-A696-3986F6FA378E}"/>
              </a:ext>
            </a:extLst>
          </p:cNvPr>
          <p:cNvSpPr/>
          <p:nvPr/>
        </p:nvSpPr>
        <p:spPr>
          <a:xfrm>
            <a:off x="10188860" y="2561302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AE826D7B-ADA8-47E7-EB68-6829A9E38B26}"/>
              </a:ext>
            </a:extLst>
          </p:cNvPr>
          <p:cNvSpPr/>
          <p:nvPr/>
        </p:nvSpPr>
        <p:spPr>
          <a:xfrm>
            <a:off x="9950564" y="4157008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7BCD160-2FB4-2846-B68A-EF872DB7274B}"/>
              </a:ext>
            </a:extLst>
          </p:cNvPr>
          <p:cNvCxnSpPr>
            <a:cxnSpLocks/>
            <a:stCxn id="36" idx="4"/>
            <a:endCxn id="35" idx="0"/>
          </p:cNvCxnSpPr>
          <p:nvPr/>
        </p:nvCxnSpPr>
        <p:spPr>
          <a:xfrm flipH="1">
            <a:off x="9756495" y="2405562"/>
            <a:ext cx="284924" cy="22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7F1693E3-F835-0E0D-5DB7-1ECDF3090A67}"/>
              </a:ext>
            </a:extLst>
          </p:cNvPr>
          <p:cNvCxnSpPr>
            <a:cxnSpLocks/>
            <a:stCxn id="36" idx="4"/>
            <a:endCxn id="37" idx="0"/>
          </p:cNvCxnSpPr>
          <p:nvPr/>
        </p:nvCxnSpPr>
        <p:spPr>
          <a:xfrm>
            <a:off x="10041419" y="2405562"/>
            <a:ext cx="417441" cy="1557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5AAD85CD-3AA5-9B4C-B939-1558EF99E4B1}"/>
              </a:ext>
            </a:extLst>
          </p:cNvPr>
          <p:cNvCxnSpPr>
            <a:cxnSpLocks/>
            <a:stCxn id="37" idx="4"/>
            <a:endCxn id="57" idx="0"/>
          </p:cNvCxnSpPr>
          <p:nvPr/>
        </p:nvCxnSpPr>
        <p:spPr>
          <a:xfrm flipH="1">
            <a:off x="9908895" y="3101302"/>
            <a:ext cx="549965" cy="34813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ECE78EA-C2B8-F676-3FE8-A47A48943F71}"/>
              </a:ext>
            </a:extLst>
          </p:cNvPr>
          <p:cNvSpPr txBox="1"/>
          <p:nvPr/>
        </p:nvSpPr>
        <p:spPr>
          <a:xfrm>
            <a:off x="9037695" y="1320031"/>
            <a:ext cx="2187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Delete node having two child &amp; m is leaf with </a:t>
            </a:r>
            <a:r>
              <a:rPr kumimoji="1"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endParaRPr kumimoji="1"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DCCC7836-AB77-FC10-CA51-083A12E43734}"/>
              </a:ext>
            </a:extLst>
          </p:cNvPr>
          <p:cNvSpPr/>
          <p:nvPr/>
        </p:nvSpPr>
        <p:spPr>
          <a:xfrm>
            <a:off x="10685039" y="3432816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3304AA69-60D7-384B-F1C7-9A5864FAA339}"/>
              </a:ext>
            </a:extLst>
          </p:cNvPr>
          <p:cNvCxnSpPr>
            <a:cxnSpLocks/>
            <a:stCxn id="37" idx="4"/>
            <a:endCxn id="44" idx="0"/>
          </p:cNvCxnSpPr>
          <p:nvPr/>
        </p:nvCxnSpPr>
        <p:spPr>
          <a:xfrm>
            <a:off x="10458860" y="3101302"/>
            <a:ext cx="496179" cy="3315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橢圓 54">
            <a:extLst>
              <a:ext uri="{FF2B5EF4-FFF2-40B4-BE49-F238E27FC236}">
                <a16:creationId xmlns:a16="http://schemas.microsoft.com/office/drawing/2014/main" id="{16CBDBDD-C855-1439-8981-FFAD87760E97}"/>
              </a:ext>
            </a:extLst>
          </p:cNvPr>
          <p:cNvSpPr/>
          <p:nvPr/>
        </p:nvSpPr>
        <p:spPr>
          <a:xfrm>
            <a:off x="11023149" y="4104290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F7365156-C6D8-ABD5-DF2A-5B4EB8B9CE7C}"/>
              </a:ext>
            </a:extLst>
          </p:cNvPr>
          <p:cNvCxnSpPr>
            <a:cxnSpLocks/>
            <a:stCxn id="44" idx="4"/>
            <a:endCxn id="55" idx="0"/>
          </p:cNvCxnSpPr>
          <p:nvPr/>
        </p:nvCxnSpPr>
        <p:spPr>
          <a:xfrm>
            <a:off x="10955039" y="3972816"/>
            <a:ext cx="338110" cy="1314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橢圓 56">
            <a:extLst>
              <a:ext uri="{FF2B5EF4-FFF2-40B4-BE49-F238E27FC236}">
                <a16:creationId xmlns:a16="http://schemas.microsoft.com/office/drawing/2014/main" id="{8CE35BB2-EB8A-903F-9F57-3A1169D24180}"/>
              </a:ext>
            </a:extLst>
          </p:cNvPr>
          <p:cNvSpPr/>
          <p:nvPr/>
        </p:nvSpPr>
        <p:spPr>
          <a:xfrm>
            <a:off x="9638895" y="3449435"/>
            <a:ext cx="540000" cy="54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m.p</a:t>
            </a:r>
            <a:endParaRPr kumimoji="1" lang="zh-TW" altLang="en-US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A4424F95-1DEB-59A0-3AD7-B213F3087C3D}"/>
              </a:ext>
            </a:extLst>
          </p:cNvPr>
          <p:cNvCxnSpPr>
            <a:cxnSpLocks/>
            <a:stCxn id="57" idx="4"/>
            <a:endCxn id="38" idx="0"/>
          </p:cNvCxnSpPr>
          <p:nvPr/>
        </p:nvCxnSpPr>
        <p:spPr>
          <a:xfrm>
            <a:off x="9908895" y="3989435"/>
            <a:ext cx="311669" cy="1675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75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B8A5-15EE-3688-662C-FB3FEF7B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字方塊 51">
            <a:extLst>
              <a:ext uri="{FF2B5EF4-FFF2-40B4-BE49-F238E27FC236}">
                <a16:creationId xmlns:a16="http://schemas.microsoft.com/office/drawing/2014/main" id="{2E021D4D-75A0-E679-E8BC-7ECF105B7058}"/>
              </a:ext>
            </a:extLst>
          </p:cNvPr>
          <p:cNvSpPr txBox="1"/>
          <p:nvPr/>
        </p:nvSpPr>
        <p:spPr>
          <a:xfrm>
            <a:off x="5107825" y="679235"/>
            <a:ext cx="3076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/>
              <a:t>Case 3 (B): m is internal node</a:t>
            </a:r>
            <a:endParaRPr kumimoji="1" lang="zh-TW" altLang="en-US" u="sng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2C26CD3-E282-BC7A-428F-C71A7D7EEB31}"/>
              </a:ext>
            </a:extLst>
          </p:cNvPr>
          <p:cNvSpPr txBox="1"/>
          <p:nvPr/>
        </p:nvSpPr>
        <p:spPr>
          <a:xfrm>
            <a:off x="2907417" y="178429"/>
            <a:ext cx="528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if </a:t>
            </a:r>
            <a:r>
              <a:rPr lang="en-US" altLang="zh-TW" dirty="0" err="1">
                <a:highlight>
                  <a:srgbClr val="FFFF00"/>
                </a:highlight>
              </a:rPr>
              <a:t>node.left</a:t>
            </a:r>
            <a:r>
              <a:rPr lang="en-US" altLang="zh-TW" dirty="0">
                <a:highlight>
                  <a:srgbClr val="FFFF00"/>
                </a:highlight>
              </a:rPr>
              <a:t>() is None or </a:t>
            </a:r>
            <a:r>
              <a:rPr lang="en-US" altLang="zh-TW" dirty="0" err="1">
                <a:highlight>
                  <a:srgbClr val="FFFF00"/>
                </a:highlight>
              </a:rPr>
              <a:t>node.right</a:t>
            </a:r>
            <a:r>
              <a:rPr lang="en-US" altLang="zh-TW" dirty="0">
                <a:highlight>
                  <a:srgbClr val="FFFF00"/>
                </a:highlight>
              </a:rPr>
              <a:t>() is None (FALSE)</a:t>
            </a:r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B59584BD-55CC-624C-0E1C-F7DD6D2925B3}"/>
              </a:ext>
            </a:extLst>
          </p:cNvPr>
          <p:cNvGrpSpPr/>
          <p:nvPr/>
        </p:nvGrpSpPr>
        <p:grpSpPr>
          <a:xfrm>
            <a:off x="1779084" y="1376860"/>
            <a:ext cx="2348986" cy="4422621"/>
            <a:chOff x="435880" y="1402511"/>
            <a:chExt cx="2348986" cy="4422621"/>
          </a:xfrm>
        </p:grpSpPr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5C030E5B-C9B7-AC57-71B6-9FD16FC9A77C}"/>
                </a:ext>
              </a:extLst>
            </p:cNvPr>
            <p:cNvSpPr/>
            <p:nvPr/>
          </p:nvSpPr>
          <p:spPr>
            <a:xfrm>
              <a:off x="1201915" y="270545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AE7EB89F-50A6-F70C-0AD5-0F95459C09A2}"/>
                </a:ext>
              </a:extLst>
            </p:cNvPr>
            <p:cNvSpPr/>
            <p:nvPr/>
          </p:nvSpPr>
          <p:spPr>
            <a:xfrm>
              <a:off x="1486839" y="194345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8AF82093-F5BC-D2B2-E388-6B9C26404AEA}"/>
                </a:ext>
              </a:extLst>
            </p:cNvPr>
            <p:cNvSpPr/>
            <p:nvPr/>
          </p:nvSpPr>
          <p:spPr>
            <a:xfrm>
              <a:off x="1904280" y="263919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B4AC8886-EDE9-7548-4062-D0FBA904CA10}"/>
                </a:ext>
              </a:extLst>
            </p:cNvPr>
            <p:cNvSpPr/>
            <p:nvPr/>
          </p:nvSpPr>
          <p:spPr>
            <a:xfrm>
              <a:off x="830852" y="346745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 err="1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F90C942E-8296-F9A2-85AA-97E5211A431C}"/>
                </a:ext>
              </a:extLst>
            </p:cNvPr>
            <p:cNvCxnSpPr>
              <a:cxnSpLocks/>
              <a:stCxn id="46" idx="4"/>
              <a:endCxn id="45" idx="0"/>
            </p:cNvCxnSpPr>
            <p:nvPr/>
          </p:nvCxnSpPr>
          <p:spPr>
            <a:xfrm flipH="1">
              <a:off x="1471915" y="248345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22275876-2949-2F8D-078E-23A01B512319}"/>
                </a:ext>
              </a:extLst>
            </p:cNvPr>
            <p:cNvCxnSpPr>
              <a:cxnSpLocks/>
              <a:stCxn id="46" idx="4"/>
              <a:endCxn id="47" idx="0"/>
            </p:cNvCxnSpPr>
            <p:nvPr/>
          </p:nvCxnSpPr>
          <p:spPr>
            <a:xfrm>
              <a:off x="1756839" y="2483458"/>
              <a:ext cx="417441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F4DDA7D4-29F9-90A0-131D-83D18A1BBFEA}"/>
                </a:ext>
              </a:extLst>
            </p:cNvPr>
            <p:cNvCxnSpPr>
              <a:cxnSpLocks/>
              <a:stCxn id="45" idx="4"/>
              <a:endCxn id="48" idx="0"/>
            </p:cNvCxnSpPr>
            <p:nvPr/>
          </p:nvCxnSpPr>
          <p:spPr>
            <a:xfrm flipH="1">
              <a:off x="1100852" y="3245458"/>
              <a:ext cx="371063" cy="2220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8E4BD83E-9459-1361-D99C-41831465F708}"/>
                </a:ext>
              </a:extLst>
            </p:cNvPr>
            <p:cNvSpPr txBox="1"/>
            <p:nvPr/>
          </p:nvSpPr>
          <p:spPr>
            <a:xfrm>
              <a:off x="643740" y="1402511"/>
              <a:ext cx="19292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having two child &amp; m is not leaf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7DBA01DC-1185-FD33-6131-911C06755451}"/>
                </a:ext>
              </a:extLst>
            </p:cNvPr>
            <p:cNvSpPr/>
            <p:nvPr/>
          </p:nvSpPr>
          <p:spPr>
            <a:xfrm>
              <a:off x="1777604" y="351071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B44F4933-0081-499E-D4F6-8B166F4B1FAA}"/>
                </a:ext>
              </a:extLst>
            </p:cNvPr>
            <p:cNvCxnSpPr>
              <a:cxnSpLocks/>
              <a:stCxn id="45" idx="4"/>
              <a:endCxn id="64" idx="0"/>
            </p:cNvCxnSpPr>
            <p:nvPr/>
          </p:nvCxnSpPr>
          <p:spPr>
            <a:xfrm>
              <a:off x="1471915" y="3245458"/>
              <a:ext cx="575689" cy="2652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5998F5DC-7F21-526C-628B-0522656B72F2}"/>
                </a:ext>
              </a:extLst>
            </p:cNvPr>
            <p:cNvSpPr/>
            <p:nvPr/>
          </p:nvSpPr>
          <p:spPr>
            <a:xfrm>
              <a:off x="1247575" y="4397922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7A659270-1DC1-CD58-0F20-F290AA610982}"/>
                </a:ext>
              </a:extLst>
            </p:cNvPr>
            <p:cNvSpPr/>
            <p:nvPr/>
          </p:nvSpPr>
          <p:spPr>
            <a:xfrm>
              <a:off x="893080" y="5285132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E9D8A754-CD2F-896B-59E7-39A0A5A1D0F5}"/>
                </a:ext>
              </a:extLst>
            </p:cNvPr>
            <p:cNvCxnSpPr>
              <a:cxnSpLocks/>
              <a:stCxn id="48" idx="4"/>
              <a:endCxn id="3" idx="0"/>
            </p:cNvCxnSpPr>
            <p:nvPr/>
          </p:nvCxnSpPr>
          <p:spPr>
            <a:xfrm>
              <a:off x="1100852" y="4007459"/>
              <a:ext cx="416723" cy="3904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4DACDB3-1B4F-0D88-547D-EFC2A5E2B409}"/>
                </a:ext>
              </a:extLst>
            </p:cNvPr>
            <p:cNvSpPr/>
            <p:nvPr/>
          </p:nvSpPr>
          <p:spPr>
            <a:xfrm>
              <a:off x="435880" y="4417030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42AF56F5-BC3F-7D14-19F0-03D4E174C3ED}"/>
                </a:ext>
              </a:extLst>
            </p:cNvPr>
            <p:cNvCxnSpPr>
              <a:cxnSpLocks/>
              <a:stCxn id="48" idx="4"/>
              <a:endCxn id="16" idx="0"/>
            </p:cNvCxnSpPr>
            <p:nvPr/>
          </p:nvCxnSpPr>
          <p:spPr>
            <a:xfrm flipH="1">
              <a:off x="705880" y="4007459"/>
              <a:ext cx="394972" cy="40957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24B9EC38-0F96-46E1-CA9C-4B21A6DA7AB9}"/>
                </a:ext>
              </a:extLst>
            </p:cNvPr>
            <p:cNvCxnSpPr>
              <a:cxnSpLocks/>
              <a:stCxn id="5" idx="0"/>
              <a:endCxn id="3" idx="4"/>
            </p:cNvCxnSpPr>
            <p:nvPr/>
          </p:nvCxnSpPr>
          <p:spPr>
            <a:xfrm flipV="1">
              <a:off x="1163080" y="4937922"/>
              <a:ext cx="354495" cy="3472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D4883A94-C635-DD4D-117E-4BC3987C920D}"/>
                </a:ext>
              </a:extLst>
            </p:cNvPr>
            <p:cNvSpPr/>
            <p:nvPr/>
          </p:nvSpPr>
          <p:spPr>
            <a:xfrm>
              <a:off x="2244866" y="439792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ED300D37-A5EE-F869-7A52-F9CC2EA2B8EF}"/>
                </a:ext>
              </a:extLst>
            </p:cNvPr>
            <p:cNvCxnSpPr>
              <a:cxnSpLocks/>
              <a:stCxn id="64" idx="4"/>
              <a:endCxn id="67" idx="0"/>
            </p:cNvCxnSpPr>
            <p:nvPr/>
          </p:nvCxnSpPr>
          <p:spPr>
            <a:xfrm>
              <a:off x="2047604" y="4050712"/>
              <a:ext cx="467262" cy="3472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D6E356DD-8425-1DA7-8DE5-011F71E7866D}"/>
              </a:ext>
            </a:extLst>
          </p:cNvPr>
          <p:cNvGrpSpPr/>
          <p:nvPr/>
        </p:nvGrpSpPr>
        <p:grpSpPr>
          <a:xfrm>
            <a:off x="6132456" y="1273750"/>
            <a:ext cx="2974427" cy="4422621"/>
            <a:chOff x="-189561" y="1402511"/>
            <a:chExt cx="2974427" cy="4422621"/>
          </a:xfrm>
        </p:grpSpPr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DDAEC895-9879-099A-9E9F-24FD4BACE577}"/>
                </a:ext>
              </a:extLst>
            </p:cNvPr>
            <p:cNvSpPr/>
            <p:nvPr/>
          </p:nvSpPr>
          <p:spPr>
            <a:xfrm>
              <a:off x="-189561" y="270545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66917115-7E4D-8EB0-F978-80A8A0A58A48}"/>
                </a:ext>
              </a:extLst>
            </p:cNvPr>
            <p:cNvSpPr/>
            <p:nvPr/>
          </p:nvSpPr>
          <p:spPr>
            <a:xfrm>
              <a:off x="95363" y="194345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53AFA7B9-0307-A6FC-11E8-461C2A80EE90}"/>
                </a:ext>
              </a:extLst>
            </p:cNvPr>
            <p:cNvSpPr/>
            <p:nvPr/>
          </p:nvSpPr>
          <p:spPr>
            <a:xfrm>
              <a:off x="1029638" y="2639198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n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8CEAD1A8-708D-579B-C8E8-250490BCB523}"/>
                </a:ext>
              </a:extLst>
            </p:cNvPr>
            <p:cNvSpPr/>
            <p:nvPr/>
          </p:nvSpPr>
          <p:spPr>
            <a:xfrm>
              <a:off x="830852" y="3467459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 err="1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m.p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0" name="直線接點 119">
              <a:extLst>
                <a:ext uri="{FF2B5EF4-FFF2-40B4-BE49-F238E27FC236}">
                  <a16:creationId xmlns:a16="http://schemas.microsoft.com/office/drawing/2014/main" id="{318E1DD7-7FBA-CF12-DC36-D840AD965E83}"/>
                </a:ext>
              </a:extLst>
            </p:cNvPr>
            <p:cNvCxnSpPr>
              <a:cxnSpLocks/>
              <a:stCxn id="117" idx="4"/>
              <a:endCxn id="116" idx="0"/>
            </p:cNvCxnSpPr>
            <p:nvPr/>
          </p:nvCxnSpPr>
          <p:spPr>
            <a:xfrm flipH="1">
              <a:off x="80439" y="2483458"/>
              <a:ext cx="284924" cy="22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接點 120">
              <a:extLst>
                <a:ext uri="{FF2B5EF4-FFF2-40B4-BE49-F238E27FC236}">
                  <a16:creationId xmlns:a16="http://schemas.microsoft.com/office/drawing/2014/main" id="{6F24DA1D-092A-9232-DE60-113B18E76925}"/>
                </a:ext>
              </a:extLst>
            </p:cNvPr>
            <p:cNvCxnSpPr>
              <a:cxnSpLocks/>
              <a:stCxn id="117" idx="4"/>
              <a:endCxn id="118" idx="0"/>
            </p:cNvCxnSpPr>
            <p:nvPr/>
          </p:nvCxnSpPr>
          <p:spPr>
            <a:xfrm>
              <a:off x="365363" y="2483458"/>
              <a:ext cx="934275" cy="1557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接點 121">
              <a:extLst>
                <a:ext uri="{FF2B5EF4-FFF2-40B4-BE49-F238E27FC236}">
                  <a16:creationId xmlns:a16="http://schemas.microsoft.com/office/drawing/2014/main" id="{CD0B233A-162A-EA31-084D-96CAAC8CBC1B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 flipH="1">
              <a:off x="1100852" y="3179198"/>
              <a:ext cx="198786" cy="28826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01B01B2C-DA6B-538C-8319-D423BBA38EF1}"/>
                </a:ext>
              </a:extLst>
            </p:cNvPr>
            <p:cNvSpPr txBox="1"/>
            <p:nvPr/>
          </p:nvSpPr>
          <p:spPr>
            <a:xfrm>
              <a:off x="643740" y="1402511"/>
              <a:ext cx="19292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2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Delete node having two child &amp; m is not leaf</a:t>
              </a:r>
              <a:endParaRPr kumimoji="1"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4" name="橢圓 123">
              <a:extLst>
                <a:ext uri="{FF2B5EF4-FFF2-40B4-BE49-F238E27FC236}">
                  <a16:creationId xmlns:a16="http://schemas.microsoft.com/office/drawing/2014/main" id="{58CE7E23-5223-2308-2A92-708A3F854295}"/>
                </a:ext>
              </a:extLst>
            </p:cNvPr>
            <p:cNvSpPr/>
            <p:nvPr/>
          </p:nvSpPr>
          <p:spPr>
            <a:xfrm>
              <a:off x="1777604" y="351071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5" name="直線接點 124">
              <a:extLst>
                <a:ext uri="{FF2B5EF4-FFF2-40B4-BE49-F238E27FC236}">
                  <a16:creationId xmlns:a16="http://schemas.microsoft.com/office/drawing/2014/main" id="{2BC58783-4F16-36BB-6102-3E4506E22DB1}"/>
                </a:ext>
              </a:extLst>
            </p:cNvPr>
            <p:cNvCxnSpPr>
              <a:cxnSpLocks/>
              <a:stCxn id="118" idx="4"/>
              <a:endCxn id="124" idx="0"/>
            </p:cNvCxnSpPr>
            <p:nvPr/>
          </p:nvCxnSpPr>
          <p:spPr>
            <a:xfrm>
              <a:off x="1299638" y="3179198"/>
              <a:ext cx="747966" cy="3315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1ABEA4FD-6AD5-A036-320A-E4CFE76344ED}"/>
                </a:ext>
              </a:extLst>
            </p:cNvPr>
            <p:cNvSpPr/>
            <p:nvPr/>
          </p:nvSpPr>
          <p:spPr>
            <a:xfrm>
              <a:off x="1247575" y="4397922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m</a:t>
              </a:r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044812B9-C1E4-85CC-C34C-D20FA09E5700}"/>
                </a:ext>
              </a:extLst>
            </p:cNvPr>
            <p:cNvSpPr/>
            <p:nvPr/>
          </p:nvSpPr>
          <p:spPr>
            <a:xfrm>
              <a:off x="893080" y="5285132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28" name="直線接點 127">
              <a:extLst>
                <a:ext uri="{FF2B5EF4-FFF2-40B4-BE49-F238E27FC236}">
                  <a16:creationId xmlns:a16="http://schemas.microsoft.com/office/drawing/2014/main" id="{1694CA2C-3128-00F4-5309-B2EB009BBE54}"/>
                </a:ext>
              </a:extLst>
            </p:cNvPr>
            <p:cNvCxnSpPr>
              <a:cxnSpLocks/>
              <a:stCxn id="119" idx="4"/>
              <a:endCxn id="126" idx="0"/>
            </p:cNvCxnSpPr>
            <p:nvPr/>
          </p:nvCxnSpPr>
          <p:spPr>
            <a:xfrm>
              <a:off x="1100852" y="4007459"/>
              <a:ext cx="416723" cy="39046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028D8BAE-511A-4485-0B97-73FBD3367508}"/>
                </a:ext>
              </a:extLst>
            </p:cNvPr>
            <p:cNvSpPr/>
            <p:nvPr/>
          </p:nvSpPr>
          <p:spPr>
            <a:xfrm>
              <a:off x="435880" y="4417030"/>
              <a:ext cx="540000" cy="5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0" name="直線接點 129">
              <a:extLst>
                <a:ext uri="{FF2B5EF4-FFF2-40B4-BE49-F238E27FC236}">
                  <a16:creationId xmlns:a16="http://schemas.microsoft.com/office/drawing/2014/main" id="{A0910B33-D86B-D255-6213-B8D6A44B294E}"/>
                </a:ext>
              </a:extLst>
            </p:cNvPr>
            <p:cNvCxnSpPr>
              <a:cxnSpLocks/>
              <a:stCxn id="119" idx="4"/>
              <a:endCxn id="129" idx="0"/>
            </p:cNvCxnSpPr>
            <p:nvPr/>
          </p:nvCxnSpPr>
          <p:spPr>
            <a:xfrm flipH="1">
              <a:off x="705880" y="4007459"/>
              <a:ext cx="394972" cy="40957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424C29E3-C4B5-EB2B-B75B-AF3EF5B33AAE}"/>
                </a:ext>
              </a:extLst>
            </p:cNvPr>
            <p:cNvCxnSpPr>
              <a:cxnSpLocks/>
              <a:stCxn id="127" idx="0"/>
              <a:endCxn id="126" idx="4"/>
            </p:cNvCxnSpPr>
            <p:nvPr/>
          </p:nvCxnSpPr>
          <p:spPr>
            <a:xfrm flipV="1">
              <a:off x="1163080" y="4937922"/>
              <a:ext cx="354495" cy="3472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橢圓 131">
              <a:extLst>
                <a:ext uri="{FF2B5EF4-FFF2-40B4-BE49-F238E27FC236}">
                  <a16:creationId xmlns:a16="http://schemas.microsoft.com/office/drawing/2014/main" id="{0E182355-CBD5-A274-313F-3D5FEB12BE90}"/>
                </a:ext>
              </a:extLst>
            </p:cNvPr>
            <p:cNvSpPr/>
            <p:nvPr/>
          </p:nvSpPr>
          <p:spPr>
            <a:xfrm>
              <a:off x="2244866" y="4397922"/>
              <a:ext cx="540000" cy="54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cxnSp>
          <p:nvCxnSpPr>
            <p:cNvPr id="133" name="直線接點 132">
              <a:extLst>
                <a:ext uri="{FF2B5EF4-FFF2-40B4-BE49-F238E27FC236}">
                  <a16:creationId xmlns:a16="http://schemas.microsoft.com/office/drawing/2014/main" id="{7AC2AE3D-1AD3-6A27-8FBA-BB86C1059CB8}"/>
                </a:ext>
              </a:extLst>
            </p:cNvPr>
            <p:cNvCxnSpPr>
              <a:cxnSpLocks/>
              <a:stCxn id="124" idx="4"/>
              <a:endCxn id="132" idx="0"/>
            </p:cNvCxnSpPr>
            <p:nvPr/>
          </p:nvCxnSpPr>
          <p:spPr>
            <a:xfrm>
              <a:off x="2047604" y="4050712"/>
              <a:ext cx="467262" cy="3472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4549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281</Words>
  <Application>Microsoft Macintosh PowerPoint</Application>
  <PresentationFormat>寬螢幕</PresentationFormat>
  <Paragraphs>73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Microsoft JhengHei UI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4</cp:revision>
  <dcterms:created xsi:type="dcterms:W3CDTF">2025-05-23T04:20:38Z</dcterms:created>
  <dcterms:modified xsi:type="dcterms:W3CDTF">2025-12-04T14:38:54Z</dcterms:modified>
</cp:coreProperties>
</file>